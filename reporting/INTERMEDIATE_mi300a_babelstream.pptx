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43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MI300A BabelStream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HBM Bandwidth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CPX vs TPX vs SPX Partition Modes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HLRS — High Performance Computing Center Stuttgart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BabelStream · double-precision · arraysize=2²⁸ · numtimes=1500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peak: 5.3 TB/s per APU · 21.2 TB/s per node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Full-Node Results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20040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× 1 XCD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16.4 TB/s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(77% of peak)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Dot: 62% of peak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320040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2560320" cy="502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2 XCD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16.7 TB/s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328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(79% of peak)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Dot: 71% of peak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560320" cy="3200400"/>
          </a:xfrm>
          <a:prstGeom prst="rect">
            <a:avLst/>
          </a:prstGeom>
          <a:solidFill>
            <a:srgbClr val="F0F2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2560320" cy="5029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SPX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6 XCD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14.6 TB/s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(69% of peak)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Dot: 51% of peak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TPX wins on aggregate bandwidth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Isolated Baseline: Zero Contention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XCD per APU — cross-APU spread &lt; 0.04%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XCD: ~711 GB/s Copy, ~715 GB/s Triad, ~704 GB/s Dot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identical per-XCD HBM bandwidth across all APUs when uncontested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 the performance ceiling for all subsequent experiments</a:t>
            </a:r>
            <a:endParaRPr lang="en-US" sz="1400" dirty="0"/>
          </a:p>
        </p:txBody>
      </p:sp>
      <p:pic>
        <p:nvPicPr>
          <p:cNvPr id="4" name="Image 0" descr="/home/claude/cpx_1xcd_per_a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37360"/>
            <a:ext cx="42062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Intra-APU Contention: 6 XCDs on 1 APU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2 &amp; 4 consistently drop to ~95% streaming, ~80% Dot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Hardware-intrinsic asymmetry — same devices underperform every run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0, 1, 3, 5 maintain near-baseline (~100% efficiency)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APU 0 still reaches 4.19–4.20 TB/s Triad</a:t>
            </a:r>
            <a:endParaRPr lang="en-US" sz="1400" dirty="0"/>
          </a:p>
        </p:txBody>
      </p:sp>
      <p:pic>
        <p:nvPicPr>
          <p:cNvPr id="4" name="Image 0" descr="/home/claude/cpx_1apu_6x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37360"/>
            <a:ext cx="42062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Larger Arrays Amplify Contention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2²⁸ → 2²⁹: weak devices degrade further (95% → 89%)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 strong devices (1, 5) also begin to suffer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Triad drops only 1% — strong devices compensate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memory footprints increase HBM controller contention</a:t>
            </a:r>
            <a:endParaRPr lang="en-US" sz="1400" dirty="0"/>
          </a:p>
        </p:txBody>
      </p:sp>
      <p:pic>
        <p:nvPicPr>
          <p:cNvPr id="4" name="Image 0" descr="/home/claude/cpx_1apu_28vs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42062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2 XCDs per APU: Contention Onset Threshold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XCDs per APU = zero measurable contention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spread &lt; 0.05% — identical to isolated baseline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controller handles 2 concurrent streams perfectly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starts at 3+ XCDs — explains why TPX mode performs well</a:t>
            </a:r>
            <a:endParaRPr lang="en-US" sz="1400" dirty="0"/>
          </a:p>
        </p:txBody>
      </p:sp>
      <p:pic>
        <p:nvPicPr>
          <p:cNvPr id="4" name="Image 0" descr="/home/claude/cpx_emulated_t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83080"/>
            <a:ext cx="420624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Real TPX vs Emulated: Fused Device Overhead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TPX ~0.3% slower on streaming vs CPX emulated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gap widens to ~2.5–3% (cross-XCD reduction overhead)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1-XCD processes slightly beat one fused 2-XCD device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is negligible for most practical applications</a:t>
            </a:r>
            <a:endParaRPr lang="en-US" sz="1400" dirty="0"/>
          </a:p>
        </p:txBody>
      </p:sp>
      <p:pic>
        <p:nvPicPr>
          <p:cNvPr id="4" name="Image 0" descr="/home/claude/cpx_vs_t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37360"/>
            <a:ext cx="42062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Full-Node TPX: 3rd Device is the Bottleneck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devices, 3 per APU — contention mirrors CPX pattern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TPX device drops to 80–93%, especially on Dot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Per-APU Triad: 4.10–4.19 TB/s (77–79% of 5.3 TB/s peak)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 shows the widest device-level spread</a:t>
            </a:r>
            <a:endParaRPr lang="en-US" sz="1400" dirty="0"/>
          </a:p>
        </p:txBody>
      </p:sp>
      <p:pic>
        <p:nvPicPr>
          <p:cNvPr id="4" name="Image 0" descr="/home/claude/tpx_full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42062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Full-Node SPX: Uniform but Inefficient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devices (6 XCDs each) — most uniform (&lt;0.4% spread)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69% peak on Triad, 51% on Dot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Single-process coordination overhead across 6 XCDs dominates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suited for workloads requiring unified address space</a:t>
            </a:r>
            <a:endParaRPr lang="en-US" sz="1400" dirty="0"/>
          </a:p>
        </p:txBody>
      </p:sp>
      <p:pic>
        <p:nvPicPr>
          <p:cNvPr id="4" name="Image 0" descr="/home/claude/spx_full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37360"/>
            <a:ext cx="42062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 Closing the Loop: CPX vs TPX vs SPX</a:t>
            </a:r>
            <a:endParaRPr lang="en-US" sz="2600" dirty="0"/>
          </a:p>
        </p:txBody>
      </p:sp>
      <p:pic>
        <p:nvPicPr>
          <p:cNvPr id="3" name="Image 0" descr="/home/claude/cpx_tpx_spx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943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37160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TPX: 16.7 TB/s (79%)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CPX: 16.4 TB/s (77%)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SPX: 14.6 TB/s (69%)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whole-node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(% of 21.2 TB/s peak)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1097280"/>
          </a:xfrm>
          <a:prstGeom prst="rect">
            <a:avLst/>
          </a:prstGeom>
          <a:solidFill>
            <a:srgbClr val="28359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TPX wins on aggregate bandwidth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 peak Triad — best balance of parallelism and coordination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1097280"/>
          </a:xfrm>
          <a:prstGeom prst="rect">
            <a:avLst/>
          </a:prstGeom>
          <a:solidFill>
            <a:srgbClr val="28359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97280"/>
            <a:ext cx="54864" cy="109728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CPX is competitive but variable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 peak, but 15–20% device-to-device spread hurts predictability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4023360" cy="1097280"/>
          </a:xfrm>
          <a:prstGeom prst="rect">
            <a:avLst/>
          </a:prstGeom>
          <a:solidFill>
            <a:srgbClr val="28359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77440"/>
            <a:ext cx="54864" cy="109728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SPX trades efficiency for uniformity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peak Triad, 51% Dot — intra-device overhead dominates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4023360" cy="1097280"/>
          </a:xfrm>
          <a:prstGeom prst="rect">
            <a:avLst/>
          </a:prstGeom>
          <a:solidFill>
            <a:srgbClr val="28359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377440"/>
            <a:ext cx="54864" cy="109728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Contention onset at 2+ XCDs per APU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concurrent streams = zero degradation; 3+ causes measurable drops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4023360" cy="1097280"/>
          </a:xfrm>
          <a:prstGeom prst="rect">
            <a:avLst/>
          </a:prstGeom>
          <a:solidFill>
            <a:srgbClr val="28359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49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(reductions) most affected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Cross-XCD coordination makes Dot the most sensitive contention indicator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4023360" cy="1097280"/>
          </a:xfrm>
          <a:prstGeom prst="rect">
            <a:avLst/>
          </a:prstGeom>
          <a:solidFill>
            <a:srgbClr val="28359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657600"/>
            <a:ext cx="54864" cy="109728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749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asymmetry is hardware-intrinsic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4160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XCD positions underperform across runs — physical HBM topology effect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PresentationFormat>Bildschirmpräsentation (16:9)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MI300A BabelStream HBM Bandwidth — CPX vs TPX vs SPX</dc:title>
  <dc:subject>PptxGenJS Presentation</dc:subject>
  <dc:creator>HLRS</dc:creator>
  <cp:lastModifiedBy>hpckkuec</cp:lastModifiedBy>
  <cp:revision>2</cp:revision>
  <dcterms:created xsi:type="dcterms:W3CDTF">2026-02-19T12:43:10Z</dcterms:created>
  <dcterms:modified xsi:type="dcterms:W3CDTF">2026-02-19T13:26:30Z</dcterms:modified>
</cp:coreProperties>
</file>